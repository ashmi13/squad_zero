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4" autoAdjust="0"/>
    <p:restoredTop sz="94660"/>
  </p:normalViewPr>
  <p:slideViewPr>
    <p:cSldViewPr snapToGrid="0">
      <p:cViewPr varScale="1">
        <p:scale>
          <a:sx n="46" d="100"/>
          <a:sy n="46" d="100"/>
        </p:scale>
        <p:origin x="6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784-6BDE-20A9-E89D-6C8720AC7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0F42E-FC1D-3636-8620-2D5AB2389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879CE-B022-2C3B-865C-625B583A5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60C85-13E1-4C33-97BC-F05CD638575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36086-BA66-2D59-60B9-9BD645E2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0E27E-07D4-8434-90E6-EB7D912D0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2964A-2F89-46D4-B82B-543A1CF75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33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F375B-F26C-E8FA-1843-FD5DAD97B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567D8-E948-46F6-5A5F-A86584161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14BE-AF50-D7E9-8A6B-073D03329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60C85-13E1-4C33-97BC-F05CD638575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95362-DD45-E537-C94F-A86605B27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4123A-F9EE-B66C-5761-097D77152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2964A-2F89-46D4-B82B-543A1CF75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39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E1AEE-7DD4-C490-882A-D9ECD0865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DD656-603D-23AD-5219-9B269E61E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8D818-3165-195A-7590-F77254030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60C85-13E1-4C33-97BC-F05CD638575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7547D-3805-F7A5-F7A6-EC51599BE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A9D8A-D30B-0007-2EDF-85F8F056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2964A-2F89-46D4-B82B-543A1CF75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4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E365-BF58-0FB0-3E89-CC73967B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50E2B-BE75-0043-8C2E-32B86463D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C1102-A803-6E38-456B-207585D14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5CDF8-F336-3956-CA7D-EEE4DB41A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60C85-13E1-4C33-97BC-F05CD638575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1AA99-ED20-6256-DD7A-A22FC2503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CCA4D-CEB2-D3D7-6822-5FB87600E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2964A-2F89-46D4-B82B-543A1CF75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04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B6B85-C278-CB50-89B5-D0A725B55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5B6A0-33FC-0B27-2C68-7844D8C69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277FE-6E2F-FE99-F618-6137CCB25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6CAA9-2F53-4466-4E16-A1108682E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47A6C-AF0D-369C-36D3-8B0AEEE08F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559200-56BB-DB50-413F-65695F720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60C85-13E1-4C33-97BC-F05CD638575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E6DEEE-6E3A-0BF8-D6C4-2EAB3AE79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F71749-30A9-A025-5FD6-937E7B2AB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2964A-2F89-46D4-B82B-543A1CF75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21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87B6-30CC-0E64-20E2-19C584945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45FC62-0574-8951-F4C1-DDD106DE1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60C85-13E1-4C33-97BC-F05CD638575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63A6C0-36C3-D683-9253-4B8354BAD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E54665-8064-0789-6242-EF5C43DC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2964A-2F89-46D4-B82B-543A1CF75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311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2D7721-95EB-CC1F-A305-16F9485CC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60C85-13E1-4C33-97BC-F05CD638575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DD014-3327-DBFB-E026-02179E0C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6731A-2224-C241-DA34-2ED49F536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2964A-2F89-46D4-B82B-543A1CF75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25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131D5-AAFA-2C36-B0CC-8C1E66CD4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BC6CB-1D2D-5763-CD1C-466543B1C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817ED-DB3E-5725-0073-A9E516E3D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994DB-6101-5DBB-4A9B-7876E98BF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60C85-13E1-4C33-97BC-F05CD638575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031ED-FDC7-F679-A22B-44FB52C06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DF150-5343-BA36-68FB-A31C0627D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2964A-2F89-46D4-B82B-543A1CF75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54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E946A-9BFA-27E1-1309-3DEF52C3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FD1FF0-5671-6A8C-73E9-85CAB5D419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CF71C-D3F9-00E0-82CD-0D9BA1F93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33BB8-A68D-AA5F-C006-4659B383E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60C85-13E1-4C33-97BC-F05CD638575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7A777-28E6-4DDE-92D9-DB8659360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8567C-3D83-CFE0-130C-33A19BBD4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2964A-2F89-46D4-B82B-543A1CF75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86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D3224-CBFE-54BA-E7B8-BEF6BC4DF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7B39B-ACCE-EFF3-8233-8AD371A53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A844D-E5F7-21FC-5355-3C1EB58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60C85-13E1-4C33-97BC-F05CD638575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B32B3-7AFB-BAF5-40BD-07860D9F0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59699-2C8C-D230-188A-05BCE86B7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2964A-2F89-46D4-B82B-543A1CF75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623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9F4846-9B09-A1E9-D3E6-F1204BB72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E05A3-1C1E-00E6-93A4-2304C21FA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4CC3E-4831-D75D-07D1-6D8E9EECA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60C85-13E1-4C33-97BC-F05CD638575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02DB6-55F8-DD17-15CF-E52743CAE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152AD-5F07-A94C-9C77-BC74E3A7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2964A-2F89-46D4-B82B-543A1CF75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65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389CE5-CFEF-99CC-8F24-67EA00DCE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1D740-587B-AD1F-506A-63BDDEA2E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A157E-B24A-3039-38E3-A933A317E4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60C85-13E1-4C33-97BC-F05CD6385756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1377B-9FCF-7E2F-9DC4-560334C7D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E8C69-3DE2-8A87-6543-BCA0617D26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52964A-2F89-46D4-B82B-543A1CF75F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0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BC893D-9862-0F21-1938-0D7C864566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7527" y="2344189"/>
            <a:ext cx="9670473" cy="2913611"/>
          </a:xfrm>
        </p:spPr>
        <p:txBody>
          <a:bodyPr>
            <a:normAutofit/>
          </a:bodyPr>
          <a:lstStyle/>
          <a:p>
            <a:r>
              <a:rPr lang="en-US" dirty="0" err="1"/>
              <a:t>Neura</a:t>
            </a:r>
            <a:r>
              <a:rPr lang="en-US" dirty="0"/>
              <a:t> Note is an AI-driven note-taking platform designed to bridge the gap between static documents and active learning. By integrating </a:t>
            </a:r>
            <a:r>
              <a:rPr lang="en-US" b="1" dirty="0"/>
              <a:t>Optical Character Recognition (OCR)</a:t>
            </a:r>
            <a:r>
              <a:rPr lang="en-US" dirty="0"/>
              <a:t> and </a:t>
            </a:r>
            <a:r>
              <a:rPr lang="en-US" b="1" dirty="0"/>
              <a:t>Vector Databases</a:t>
            </a:r>
            <a:r>
              <a:rPr lang="en-US" dirty="0"/>
              <a:t>, the system transforms uploaded PDFs and images into structured, searchable, and AI-summarized knowledge units.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67B3CC-8389-DECF-A39C-030A0A29DD7A}"/>
              </a:ext>
            </a:extLst>
          </p:cNvPr>
          <p:cNvSpPr txBox="1"/>
          <p:nvPr/>
        </p:nvSpPr>
        <p:spPr>
          <a:xfrm>
            <a:off x="1313412" y="1038989"/>
            <a:ext cx="8994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4070590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6CFC-3D49-59CE-274E-30D2E0C32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&amp; Tech Stac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B7263-038B-D397-9EA5-AC77FA3A5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37A786-08A1-52D0-6088-66E1A93BD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528" y="3389258"/>
            <a:ext cx="886136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MongoDB (User data)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Pinecone/Milvus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(Vector storage for AI context).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Integration: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OpenAI API /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LangChain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text synthesis and RAG (Retrieval-Augmented Generation).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React.js / Next.js for a responsive user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Node.js with Express for API management.</a:t>
            </a:r>
          </a:p>
        </p:txBody>
      </p:sp>
    </p:spTree>
    <p:extLst>
      <p:ext uri="{BB962C8B-B14F-4D97-AF65-F5344CB8AC3E}">
        <p14:creationId xmlns:p14="http://schemas.microsoft.com/office/powerpoint/2010/main" val="12198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System Architecture &amp; Tech Stac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Sandavi Nuthara</dc:creator>
  <cp:lastModifiedBy>Sandavi Nuthara</cp:lastModifiedBy>
  <cp:revision>1</cp:revision>
  <dcterms:created xsi:type="dcterms:W3CDTF">2026-02-21T05:41:24Z</dcterms:created>
  <dcterms:modified xsi:type="dcterms:W3CDTF">2026-02-21T05:45:19Z</dcterms:modified>
</cp:coreProperties>
</file>